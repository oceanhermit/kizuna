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【つかみ｜30秒】
『日程調整、面倒じゃないですか。その面倒を片づけるために作った道具の話を10分だけさせてください』
『名前は「かさなり」。空いている時間を重ねて、みんなが空いている時間を出すツールです』
・作った経緯 → 作り方 → 使い方 → これから、の順で話すと予告する。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【10秒】
『はじまりは、よくあるLINEのやりとりでした』
・扉なので流す。立ち止まらない。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【55秒】
『6日ぶんの候補を、時間帯つきで送りました。相手からも時間帯つきで返ってきます』
『ここまでは順調です。問題はこのあと』
・「過去の日時が入っている」「調整さんの方が便利」と指摘をもらった話も添える。
・この2つの指摘が、そのまま作るときの条件になった、と繋げる。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
『送った候補と返ってきた答えを見比べて、重なるのはこの3つだ、と手で出しました』
『二人ならできます。でも三人、四人になると、もう無理です』
・「これを勝手に出してくれる道具があればいい」と思ったのがはじまり、と言い切る。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
『調整さんは便利です。使わなかったのは、時間まで詰めたかったからです』
『候補を1行ずつ並べる方式だと、17時から22時のような長い枠は書けません。刻めば書けますが、5分刻みにすると126行になります』
・「じゃあ何が要るのか」を次のスライドで言い切る前フリにする。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【20秒】
第1章の締め。ゆっくり言う。
『答える人には「この時間の中でなら空いている」とだけ言ってもらう。重なりを出すのは機械の仕事です』
・一拍おいてから次へ。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【10秒】
『ここからは、実際にどう作ったかです』
・技術の詳細に寄りすぎない。決めごと → 仕組み → つまずき、の順。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
『作る前に決めたのはこの3つだけです』
『○×だけだと粗い、細かく刻むと候補が増える。その真ん中をとって、幅で答えて5分で数える形にしました』
・3つ目が効いている、と補足：1時間の予定なら1時間まるごと入る時間しか出さないので、出てきた候補はそのまま使える。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【55秒】
『やっていることは単純です。三人ぶんの帯を重ねて、全員が入っているところを探すだけ』
『5分ごとに○の人数を数えているので、20時ちょうどでなくても、20時5分からでも見つかります』
★ 実際の画面の「日ごとの重なり」バーを見せると早い。濃いところが人数の多い時間。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【40秒】
『中身は、HTMLが1ファイルと、保存先のFirebaseだけです』
『GitHub Pagesに置いているので、URLを配れば誰でも開けます。アプリのインストールも要りません』
・「1,215行」は、思ったより小さい規模だと伝わる数字なので言っておく。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
『作ってみて分かったことを3つだけ』
『特に2つ目。指で5分きざみは無理でした。ドラッグは15分、細かいところはボタンで5分ずつ、と分けたら一気に使いやすくなりました』
・技術の話に寄りすぎず、「触って直した」という姿勢が伝わればいい。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【10秒】
『使い方は3ステップです。ここは実際の画面を見てもらいます』
★ 可能ならスマホでその場で開く。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【60秒】
『予定をつくる人だけログインが要ります。答える人はリンクを開くだけです』
『答え方は○△✕。○と△の人は、バーをドラッグして空いている時間を示します』
★ ここで実際の回答画面を出す。バーを引っぱって見せると一発で伝わる。
・△にはメモが残せる（「前の会議が延びたら遅れます」など）ことも触れる。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【55秒】
『出てくるのは、重なりの多い順に並んだ時間です』
『○が誰で、△が誰かまで出るので、そのまま「じゃあこの時間で」と言えます』
・「この幅の中ならどこで1時間とっても同じ顔ぶれ」という表示が地味に効く、と補足。
★ 実際の集計画面を見せる。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
『いまは公開して、試している段階です』
『先の話は決め打ちしません。使ってみて要るとわかったものから作ります』
・地区の会合調整に使えると、既に作ってある会合マトリックスの仕組みと繋がる、という将来像だけ置いておく。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【25秒｜締め】
『不便だと言い続けていたら、道具になりました』
『URLはこれです。使ってみて、足りないところがあれば言ってください。そこが次に作るところです』
・最後は明るく終える。ありがとうございました。
─────────
全16枚 / 目安 約10分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1371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空いている時間を、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2140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重ねて決める。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46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日程調整ツール「かさなり」ができるまで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343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仙波章信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5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1B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00" kern="0" dirty="0">
                <a:solidFill>
                  <a:srgbClr val="6B2A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きっかけは、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いつもの日程調整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きっかけ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こういう、やりとりでした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794760" cy="214884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228600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こちらが出した候補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65176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8/21(金) 17:00–21:00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8/22(土) 9:00–10:00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8/23(日) 21:00–22:00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8/26(水) 19:00–21:00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8/31(月) 19:00–22:00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9/1(火) 17:00–22:00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2103120"/>
            <a:ext cx="3474720" cy="214884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48072" y="228600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返ってきた答え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148072" y="265176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8/26 20:00–21:00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8/31 20:00–22:00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9/1 20:00–22:00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34290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「過去の日時が入っているのはなぜ？」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「調整さんを使う方が便利ですよ」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159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候補6日ぶん、のべ16時間。ここから重なりを探す。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きっかけ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重なりは、目で探していた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2377440" cy="123444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23774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8/26(水)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6883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20:00–21:00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09067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1時間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377440" cy="123444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23774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8/31(月)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6883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20:00–22:00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9067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2時間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2194560"/>
            <a:ext cx="2377440" cy="123444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45352" y="23774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9/1(火)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26883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20:00–22:00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309067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2時間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03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二人ぶんなら、指で追えば出せます。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けれど三人、四人と増えた時点で、この作業は現実的ではなくなります。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既存のツールでは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「調整さんを使えば？」に答えられなかった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2148840"/>
            <a:ext cx="10973" cy="1920240"/>
          </a:xfrm>
          <a:prstGeom prst="rect">
            <a:avLst/>
          </a:prstGeom>
          <a:solidFill>
            <a:srgbClr val="3B36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5分刻みの候補に直すと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126</a:t>
            </a:r>
            <a:pPr algn="l" indent="0" marL="0">
              <a:buNone/>
            </a:pPr>
            <a:r>
              <a:rPr lang="en-US" sz="1800" b="1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通り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この6日間を候補として並べた場合。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15分刻みでも46通りになります。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83480" y="2331720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57800" y="2212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細かい時間が刻めない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「17:00〜22:00の中でなら」が書けない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83480" y="2971800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2852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刻むと候補が爆発する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長い時間帯ほど、行が増えて手に負えない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83480" y="3611880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57800" y="3493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過ぎた日も並んだまま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見る人に「なぜ？」と聞かれてしまう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7680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候補から選んでもらうのをやめて、</a:t>
            </a:r>
            <a:endParaRPr lang="en-US" sz="3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「時間の幅」で答えてもらう。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重なりの計算は、こちらでやればいい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5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1B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00" kern="0" dirty="0">
                <a:solidFill>
                  <a:srgbClr val="6B2A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どうやって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作ったか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 ①　設計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先に決めた、3つのこと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2377440" cy="164592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2441448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3134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時間帯で答える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770632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○と△の人には、その日の空いている帯をドラッグで示してもらう。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377440" cy="164592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1" name="Shape 9"/>
          <p:cNvSpPr/>
          <p:nvPr/>
        </p:nvSpPr>
        <p:spPr>
          <a:xfrm>
            <a:off x="3639312" y="2441448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3134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5分単位で重ねる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770632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集まった帯を5分ごとに数え、重なりの濃さとして持つ。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2148840"/>
            <a:ext cx="2377440" cy="164592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5352" y="2441448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3134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所要時間で切り出す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2770632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1時間の予定なら、1時間まるごと入る時間だけを候補に出す。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69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「いつなら空いているか」ではなく「この幅の中のどこなら空いているか」を集める。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 ②　仕組み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帯を重ねて、いちばん濃いところを出す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Aさん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2103120"/>
            <a:ext cx="6035040" cy="27432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2103120"/>
            <a:ext cx="4023360" cy="27432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Bさん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2487168"/>
            <a:ext cx="6035040" cy="27432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487168"/>
            <a:ext cx="4023360" cy="27432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8712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Cさん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00200" y="2871216"/>
            <a:ext cx="6035040" cy="27432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2871216"/>
            <a:ext cx="3017520" cy="27432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3101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重なり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00200" y="3310128"/>
            <a:ext cx="6035040" cy="310896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3310128"/>
            <a:ext cx="2011680" cy="310896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11880" y="3310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20:00–21:00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703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19:00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703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20:00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703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21:00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703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22:00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14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5分ごとに○の人数を数えて、多い順に並べる。上位5件を「いちばん重なる時間」として出す。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 ③　組み立て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中身は、思ったより単純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2194560"/>
            <a:ext cx="10973" cy="2011680"/>
          </a:xfrm>
          <a:prstGeom prst="rect">
            <a:avLst/>
          </a:prstGeom>
          <a:solidFill>
            <a:srgbClr val="3B36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見えるところ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HTML 1ファイル、1,215行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9077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ライブラリも組み立て作業もなし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328416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218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Pages に置くだけ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474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フォルダ名がそのままURLになる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895344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785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スマホの指で触る前提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041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ドラッグで帯、±ボタンで微調整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保存するところ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2761488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5780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Firebase に予定と回答を置く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9077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匿名ログイン＋Googleログイン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3328416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5780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回答は全員の画面にすぐ出る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3474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開いたままでも自動で更新される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3895344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780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つくる人だけログイン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041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答える人はリンクを開くだけ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 ④　直したところ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つくる途中で、つまずいた3つ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221992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103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日ごとの時間帯が、そのままでは保存できなかった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95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入れ子の配列を持てない保存先だったので、1日ぶんの帯をまとめて文字列にして持たせた。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852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指では、5分きざみを狙って動かせない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45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ドラッグは15分きざみ。細かい調整は±ボタンで5分ずつ。触りやすさと細かさを分けた。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721608"/>
            <a:ext cx="73152" cy="73152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027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あとからログインすると、別人になってしまう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95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匿名のまま答えた人がログインしても、アカウントを繋いで同じ人として扱うようにした。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159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どれも、実際に自分で触ってみて気づいたこと。使いながら直すのが、いちばん早い。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5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1B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00" kern="0" dirty="0">
                <a:solidFill>
                  <a:srgbClr val="6B2A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つかいかたは、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3ステップ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つかいかた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つくる → 配る → 見る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2377440" cy="182880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228600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00" kern="0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5786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予定をつくる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9718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タイトル、候補日、回答してもらう時間のわく、この予定にかかる時間を選ぶ。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377440" cy="182880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228600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00" kern="0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5786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リンクを配る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9718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6文字のあいことばとURLができる。相手はログインなしでそのまま答えられる。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103120"/>
            <a:ext cx="2377440" cy="182880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45352" y="228600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00" kern="0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25786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重なりを見る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29718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集まった回答から、重なりの多い時間を上位5件。回答はその場で反映される。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114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答え方は ○（参加できる）／△（予定次第・メモを残せる）／✕（むり）の3つ。○と△の人だけ、帯を指定する。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つかいかた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出てくるのは、こういう答え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794760" cy="178308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8/31(月)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20:00–22:00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60604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○3　△1　✕0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03580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 山田、佐藤、鈴木　　△ 田中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333756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 20:00–22:00 の中なら、どこで1時間とっても同じ顔ぶれです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2103120"/>
            <a:ext cx="3474720" cy="178308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48072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日ごとの重なり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48072" y="2670048"/>
            <a:ext cx="123444" cy="45720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5" name="Shape 13"/>
          <p:cNvSpPr/>
          <p:nvPr/>
        </p:nvSpPr>
        <p:spPr>
          <a:xfrm>
            <a:off x="5271516" y="2670048"/>
            <a:ext cx="123444" cy="45720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2670048"/>
            <a:ext cx="123444" cy="457200"/>
          </a:xfrm>
          <a:prstGeom prst="rect">
            <a:avLst/>
          </a:prstGeom>
          <a:solidFill>
            <a:srgbClr val="E8593C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18404" y="2670048"/>
            <a:ext cx="123444" cy="457200"/>
          </a:xfrm>
          <a:prstGeom prst="rect">
            <a:avLst/>
          </a:prstGeom>
          <a:solidFill>
            <a:srgbClr val="E8593C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41848" y="2670048"/>
            <a:ext cx="123444" cy="45720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765292" y="2670048"/>
            <a:ext cx="123444" cy="45720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88736" y="2670048"/>
            <a:ext cx="123444" cy="45720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12180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35624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59068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82512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05956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2670048"/>
            <a:ext cx="123444" cy="45720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52844" y="2670048"/>
            <a:ext cx="123444" cy="45720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876288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999732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123176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246620" y="2670048"/>
            <a:ext cx="123444" cy="457200"/>
          </a:xfrm>
          <a:prstGeom prst="rect">
            <a:avLst/>
          </a:prstGeom>
          <a:solidFill>
            <a:srgbClr val="E8593C">
              <a:alpha val="8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370064" y="2670048"/>
            <a:ext cx="123444" cy="457200"/>
          </a:xfrm>
          <a:prstGeom prst="rect">
            <a:avLst/>
          </a:prstGeom>
          <a:solidFill>
            <a:srgbClr val="E8593C">
              <a:alpha val="5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493508" y="2670048"/>
            <a:ext cx="123444" cy="457200"/>
          </a:xfrm>
          <a:prstGeom prst="rect">
            <a:avLst/>
          </a:prstGeom>
          <a:solidFill>
            <a:srgbClr val="E8593C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616952" y="2670048"/>
            <a:ext cx="123444" cy="457200"/>
          </a:xfrm>
          <a:prstGeom prst="rect">
            <a:avLst/>
          </a:prstGeom>
          <a:solidFill>
            <a:srgbClr val="E8593C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740396" y="2670048"/>
            <a:ext cx="123444" cy="45720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3840" y="2670048"/>
            <a:ext cx="123444" cy="45720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7" name="Shape 35"/>
          <p:cNvSpPr/>
          <p:nvPr/>
        </p:nvSpPr>
        <p:spPr>
          <a:xfrm>
            <a:off x="7987284" y="2670048"/>
            <a:ext cx="123444" cy="45720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148072" y="31638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9:00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196328" y="31638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22:00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148072" y="34290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濃いところほど、○の人が多い時間。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4114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△の人が残したメモも、その時間のところに並ぶ。だから「誰に確認すればいいか」まで分かる。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使いながら、育てていく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2377440" cy="182880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228600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59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5786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実際の日程調整で使う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15468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Googleログインを有効にして、まずは自分たちの予定で通しで試す。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377440" cy="182880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228600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つぎ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5786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決まったら、そのまま予定に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15468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決まった時間をカレンダーに送る。案内文をそのまま貼れるようにする。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2103120"/>
            <a:ext cx="2377440" cy="1828800"/>
          </a:xfrm>
          <a:prstGeom prst="rect">
            <a:avLst/>
          </a:prstGeom>
          <a:solidFill>
            <a:srgbClr val="1E1B1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45352" y="228600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その先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25786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地区の会合調整へ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315468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部会や班長会合の日程調整に。会合マトリックスとつなげば、表づくりまで一本になる。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114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「つぎ」から先は、まだ構想。使ってみて、要ると分かったものから作る。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5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91440" cy="9144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0" y="4526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1B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「調整さんじゃ足りない」が、</a:t>
            </a:r>
            <a:endParaRPr lang="en-US" sz="3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1C0D0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道具になりました。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B2A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oceanhermit.github.io/my-tools/kasanari/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2A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「こういうのが欲しい」と言ってもらえれば、だいたい形になります。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かさなり — 日程調整ツールができるまで</dc:title>
  <dc:subject>PptxGenJS Presentation</dc:subject>
  <dc:creator>仙波章信</dc:creator>
  <cp:lastModifiedBy>仙波章信</cp:lastModifiedBy>
  <cp:revision>1</cp:revision>
  <dcterms:created xsi:type="dcterms:W3CDTF">2026-08-27T14:02:35Z</dcterms:created>
  <dcterms:modified xsi:type="dcterms:W3CDTF">2026-08-27T14:02:35Z</dcterms:modified>
</cp:coreProperties>
</file>